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9c855481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9c855481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9c855481e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9c855481e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c855481e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c855481e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c855481e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9c855481e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9c855481e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9c855481e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9c855481e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9c855481e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9c855481e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9c855481e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9c855481e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9c855481e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u.wikipedia.org/wiki/V%C3%A9rnyom%C3%A1s" TargetMode="External"/><Relationship Id="rId4" Type="http://schemas.openxmlformats.org/officeDocument/2006/relationships/hyperlink" Target="https://www.who.int/news-room/fact-sheets/detail/hypertension" TargetMode="External"/><Relationship Id="rId5" Type="http://schemas.openxmlformats.org/officeDocument/2006/relationships/hyperlink" Target="https://www.kardiokozpont.hu/hireink/vernyomas-ertekek-mennyi-a-magas-hogyan-kell-merni" TargetMode="External"/><Relationship Id="rId6" Type="http://schemas.openxmlformats.org/officeDocument/2006/relationships/hyperlink" Target="https://orvosilexikon.hu/cikkek/magasvernyomas-betegse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980725" y="1578400"/>
            <a:ext cx="55740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hu" sz="4200">
                <a:latin typeface="Times New Roman"/>
                <a:ea typeface="Times New Roman"/>
                <a:cs typeface="Times New Roman"/>
                <a:sym typeface="Times New Roman"/>
              </a:rPr>
              <a:t>VÉRNYOMÁS NAPLÓ</a:t>
            </a:r>
            <a:endParaRPr b="1" i="1"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1730350" y="3924925"/>
            <a:ext cx="6824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</a:t>
            </a:r>
            <a:r>
              <a:rPr lang="hu"/>
              <a:t>: PAPP DÁNIEL DOMINIK, SZÁSZFAI LÁSZLÓ ÉS ORESKÓ ZÉTÉNY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3700"/>
              <a:t>A program működése</a:t>
            </a:r>
            <a:endParaRPr b="1" sz="37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046000" y="1242625"/>
            <a:ext cx="7290300" cy="3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hu" sz="1500"/>
              <a:t>Fő menü pontjai:</a:t>
            </a:r>
            <a:endParaRPr b="1" i="1" sz="15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Regisztráció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Bejelentkezés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Beállítások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Kilépés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hu" sz="1500"/>
              <a:t>A bejelentkezett menü fő pontjai</a:t>
            </a:r>
            <a:endParaRPr b="1" i="1" sz="15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Vérnyomás rögzítése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Saját mérések megtekintése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Statisztikák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088" y="1242613"/>
            <a:ext cx="20669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4050" y="3337963"/>
            <a:ext cx="232410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3700"/>
              <a:t>Dominik munkássága</a:t>
            </a:r>
            <a:endParaRPr b="1" sz="3700"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006675" y="1368450"/>
            <a:ext cx="5851200" cy="31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/>
              <a:t>-A felhasználó adatainak kezelése, eltárolása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-A bejelentkezés és regisztráció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-A menük létrehozása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-A felhasználói adatokkal foglalkozó függvények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-Inputok ellenőrzése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-Admin felület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2100"/>
              <a:t>-Táblázatok</a:t>
            </a:r>
            <a:endParaRPr sz="2100"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725" y="1762675"/>
            <a:ext cx="3035600" cy="10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820" y="2945200"/>
            <a:ext cx="23777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000" y="3832250"/>
            <a:ext cx="2433675" cy="11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3700"/>
              <a:t>Laci munkássága</a:t>
            </a:r>
            <a:endParaRPr b="1" sz="3700"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975225" y="1567550"/>
            <a:ext cx="6724200" cy="29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hu" sz="1600"/>
              <a:t>Vérnyomásokat tároló állomány kezelése: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hu" sz="1400"/>
              <a:t>mentése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hu" sz="1400"/>
              <a:t>beolvasása</a:t>
            </a:r>
            <a:endParaRPr sz="14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hu" sz="1400"/>
              <a:t>Vérnyomások kezelése és ezekkel kapcsolatos adatok előkészítése a megjelenítésre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hu" sz="1400"/>
              <a:t>Normáltól a megadott mértéknél jobban eltérő mérréssel rendelkező felhasználók keresése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hu" sz="1400"/>
              <a:t>Vérnyomás mérés elemzése 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hu" sz="1400"/>
              <a:t>Mérések sorba rendezése (növekvő, csökkenő) a választott paraméter szerint (pl.: pulzus vagy dátum szerint)</a:t>
            </a:r>
            <a:endParaRPr sz="1400"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613" y="1658750"/>
            <a:ext cx="252412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3700"/>
              <a:t>Zétény munkássága</a:t>
            </a:r>
            <a:endParaRPr b="1" sz="3700"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/>
              <a:t>-A szövegeket kezelése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-Szöveg függvények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-Táblázatok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-Felhasználói felületek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2100"/>
              <a:t>-Beállítások</a:t>
            </a:r>
            <a:endParaRPr sz="2100"/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285" y="1163771"/>
            <a:ext cx="2960386" cy="24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200" y="3648975"/>
            <a:ext cx="287655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Program főbb részei</a:t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1297500" y="1567550"/>
            <a:ext cx="7038900" cy="30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Main(); → Fő program,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SortBpUni(); → Univerzális sorbarendező függvény a mérések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GetDifferentBPUser(); → Megkeresi a megadott %-nál nagyobb eltéréssel rendelkező felhasználókat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RegisterUser();→A felhasználótól bekéri az adatait és siker esetén tárolja őket el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RegisterBP();</a:t>
            </a:r>
            <a:r>
              <a:rPr lang="hu" sz="1450"/>
              <a:t>→A felhasználótól bekéri a vérnyomási adatokat és kiértékeli őket tárolás előtt.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LoggedIn();→A bejelentkezés utáni menü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SettingsMenu();→A beállítások menüt nyitja meg a felhasználónak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-"/>
            </a:pPr>
            <a:r>
              <a:rPr lang="hu" sz="1450"/>
              <a:t>UserData();→ A felhasználó lemért adatait egy táblázatos formátumba megjeleníti</a:t>
            </a:r>
            <a:endParaRPr sz="1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4100"/>
              <a:t>Források</a:t>
            </a:r>
            <a:endParaRPr b="1" sz="4100"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hlink"/>
                </a:solidFill>
                <a:hlinkClick r:id="rId3"/>
              </a:rPr>
              <a:t>https://hu.wikipedia.org/wiki/V%C3%A9rnyom%C3%A1s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hlink"/>
                </a:solidFill>
                <a:hlinkClick r:id="rId4"/>
              </a:rPr>
              <a:t>https://www.who.int/news-room/fact-sheets/detail/hypertension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hlink"/>
                </a:solidFill>
                <a:hlinkClick r:id="rId5"/>
              </a:rPr>
              <a:t>https://www.kardiokozpont.hu/hireink/vernyomas-ertekek-mennyi-a-magas-hogyan-kell-merni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hlink"/>
                </a:solidFill>
                <a:hlinkClick r:id="rId6"/>
              </a:rPr>
              <a:t>https://orvosilexikon.hu/cikkek/magasvernyomas-betegseg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3500"/>
              <a:t>Mi újat tanultunk?</a:t>
            </a:r>
            <a:endParaRPr b="1" sz="3500"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2100"/>
              <a:t>-Több fájl egyszeri kezelése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-Több felhasználós rendszer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-A vérnyomásról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2100"/>
              <a:t>-A jobb </a:t>
            </a:r>
            <a:r>
              <a:rPr lang="hu" sz="2100"/>
              <a:t>munkamegosztást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2100"/>
              <a:t>-Osztályokba rendezés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 sz="4500"/>
              <a:t>Köszönjük a figyelmet!</a:t>
            </a:r>
            <a:endParaRPr b="1" sz="4500"/>
          </a:p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1" title="a76a6c1d-031f-4cde-b878-f9e145207e1a_removalai_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675" y="1068152"/>
            <a:ext cx="2490125" cy="357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